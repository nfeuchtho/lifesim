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31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BA8E0"/>
                </a:solidFill>
                <a:latin typeface="Calibri"/>
              </a:rPr>
              <a:t>LIFESIM / 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338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AEEF2"/>
                </a:solidFill>
                <a:latin typeface="Calibri"/>
              </a:rPr>
              <a:t>Analytische (gitterfreie) Neuimplementierung des astrophysikalischen Rauschens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033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96A3"/>
                </a:solidFill>
                <a:latin typeface="Calibri"/>
              </a:rPr>
              <a:t>Entfernung der Pixelgitter-Integration bei Sternleckage-, Local-Zodi- und Exozodi-Rauschen — geschlossene Form / Quadratur niedriger Ordnung, ~5x schneller, ein Bug dabei gefunden.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6B6B"/>
                </a:solidFill>
                <a:latin typeface="Calibri"/>
              </a:rPr>
              <a:t>Status: implementiert, in sich konsistent, NOCH NICHT vom Betreuer freigegeben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analytische Rauschneuimplementierung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A8E0"/>
                </a:solidFill>
                <a:latin typeface="Calibri"/>
              </a:rPr>
              <a:t>1 · URSPRUNG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Wie das Ganze begann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91640"/>
            <a:ext cx="676656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AEEF2"/>
                </a:solidFill>
                <a:latin typeface="Calibri"/>
              </a:rPr>
              <a:t>▸  Ursprüngliche Frage: Transmissionskarte bei Bin-Mittenwellenlänge auswerten, oder T(λ)·Spektrum(λ) über jedes Bin integrieren?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8A96A3"/>
                </a:solidFill>
                <a:latin typeface="Calibri"/>
              </a:rPr>
              <a:t>–  Antwort: keine geschlossene Form — T(λ) ist trigonometrisch in 1/λ, das Quellspektrum ist eine Planck-Funktion. Kein sauberes Produktintegral.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8A96A3"/>
                </a:solidFill>
                <a:latin typeface="Calibri"/>
              </a:rPr>
              <a:t>–  Quadratur würde eine erneute Auswertung des vollen 2D-Gitters pro zusätzlichem λ-Knoten erfordern — teurer, nicht billiger.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AEEF2"/>
                </a:solidFill>
                <a:latin typeface="Calibri"/>
              </a:rPr>
              <a:t>▸  Frage umformuliert: ist das image_size × image_size Raumgitter selbst vermeidbar?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8A96A3"/>
                </a:solidFill>
                <a:latin typeface="Calibri"/>
              </a:rPr>
              <a:t>–  Antwort: ja, analytisch, für alle drei astrophysikalischen Rauschterme.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4023360" cy="411480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874519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A8E0"/>
                </a:solidFill>
                <a:latin typeface="Calibri"/>
              </a:rPr>
              <a:t>WARUM ES WICHTIG 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286000"/>
            <a:ext cx="35661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>Sternleckage, Local-Zodi und Exozodi werden jeweils als Integral der Transmissionskarte gegen eine kreissymmetrische Quelle berechnet — gleichförmige Sternscheibe, gleichförmiger Local-Zodi-Fluss, oder das radialsymmetrische Kennedy+2015-Exozodi-Profil.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>Kreissymmetrie ist genau die Bedingung, unter der eine 2D-Gittersumme zu einer 1D- (oder 0D-) geschlossenen Form kollabiert.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analytische Rauschneuimplementierung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A8E0"/>
                </a:solidFill>
                <a:latin typeface="Calibri"/>
              </a:rPr>
              <a:t>2 · KERNRESULTAT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Rotationsmittel ≡ statisches Radialintegral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00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6A3"/>
                </a:solidFill>
                <a:latin typeface="Calibri"/>
              </a:rPr>
              <a:t>Für eine kreissymmetrische Quelle liefert die azimutale Mittelung von T(α,β) über die Array-Rotation denselben Wert wie eine einzelne statische Momentaufnahme, integriert über die Radialkoordinate der Quelle.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10789920" cy="1417320"/>
          </a:xfrm>
          <a:prstGeom prst="roundRect">
            <a:avLst>
              <a:gd name="adj" fmla="val 6000"/>
            </a:avLst>
          </a:prstGeom>
          <a:solidFill>
            <a:srgbClr val="10161D"/>
          </a:solidFill>
          <a:ln w="12700">
            <a:solidFill>
              <a:srgbClr val="2A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9736"/>
            <a:ext cx="10387584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tm3 = sin(2πLα/λ)² · cos(2·ratio·πLβ/λ − π/4)²      α=r·cosθ, β=r·sinθ, L=Baseline/2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Jacobi-Anger-Entwicklung + Mittelung über θ → alle Harmonischen verschwinden, DC-Term bleibt: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⟨tm3⟩_θ(r) = ⟨tm4⟩_θ(r) = ¼ · (1 − J₀(4πLr/λ))          unabhängig von ratio, Chop-Phase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6A3"/>
                </a:solidFill>
                <a:latin typeface="Calibri"/>
              </a:rPr>
              <a:t>Für eine gleichförmige Scheibe mit Radius 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97680"/>
            <a:ext cx="10789920" cy="685800"/>
          </a:xfrm>
          <a:prstGeom prst="roundRect">
            <a:avLst>
              <a:gd name="adj" fmla="val 6000"/>
            </a:avLst>
          </a:prstGeom>
          <a:solidFill>
            <a:srgbClr val="10161D"/>
          </a:solidFill>
          <a:ln w="12700">
            <a:solidFill>
              <a:srgbClr val="2A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425696"/>
            <a:ext cx="1038758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>
                <a:solidFill>
                  <a:srgbClr val="C9E3F7"/>
                </a:solidFill>
                <a:latin typeface="Consolas"/>
              </a:rPr>
              <a:t>⟨tm3⟩_Scheibe(R) = ¼ · (1 − 2J₁(kR)/kR)      k = 2π·Baseline/λ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578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367528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6FC28A"/>
                </a:solidFill>
                <a:latin typeface="Calibri"/>
              </a:rPr>
              <a:t>IS² → O(1)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2531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6A3"/>
                </a:solidFill>
                <a:latin typeface="Calibri"/>
              </a:rPr>
              <a:t>geschlossene Form (Scheibe ohne Taper)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52578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5367528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5BA8E0"/>
                </a:solidFill>
                <a:latin typeface="Calibri"/>
              </a:rPr>
              <a:t>IS² → 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5925312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6A3"/>
                </a:solidFill>
                <a:latin typeface="Calibri"/>
              </a:rPr>
              <a:t>Punkte Radialquadratur (Gauß-Taper)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5257800"/>
            <a:ext cx="3657600" cy="105156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5367528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9A5B"/>
                </a:solidFill>
                <a:latin typeface="Calibri"/>
              </a:rPr>
              <a:t>~5x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92531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6A3"/>
                </a:solidFill>
                <a:latin typeface="Calibri"/>
              </a:rPr>
              <a:t>Netto-Speedup für get_snr insgesamt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analytische Rauschneuimplementierung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6B6B"/>
                </a:solidFill>
                <a:latin typeface="Calibri"/>
              </a:rPr>
              <a:t>2 · EINORDNUNG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„Rotationsmittelung“ — Formulierung mit Vorsicht genießen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91640"/>
            <a:ext cx="685800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550">
                <a:solidFill>
                  <a:srgbClr val="EAEEF2"/>
                </a:solidFill>
                <a:latin typeface="Calibri"/>
              </a:rPr>
              <a:t>▸  Lay (2004) und Dannert et al. (2022, LIFE Paper II) nennen das KEINE Rotationsmittelung.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8A96A3"/>
                </a:solidFill>
                <a:latin typeface="Calibri"/>
              </a:rPr>
              <a:t>–  Stern-/Local-Zodi-Leckage ist ein DC-Term — Rotation moduliert das Planetensignal fürs Chopping, nicht den Untergrund.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EAEEF2"/>
                </a:solidFill>
                <a:latin typeface="Calibri"/>
              </a:rPr>
              <a:t>▸  Rauschterme sind rotationsinvariant PER KONSTRUKTION, gegeben kreisförmige Quellsymmetrie — nicht rotationsgemittelt als physikalischer Prozess.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EAEEF2"/>
                </a:solidFill>
                <a:latin typeface="Calibri"/>
              </a:rPr>
              <a:t>▸  Die Mathematik ist in beiden Fällen identisch (gleiches Integral, umbenannte Variable) — die Zahlen stimmen also.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EAEEF2"/>
                </a:solidFill>
                <a:latin typeface="Calibri"/>
              </a:rPr>
              <a:t>▸  Aber die physikalische Begründung in der Thesis sollte der Formulierung der Paper folgen, nicht „Rotation führt eine Mittelung durch“.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4023360" cy="420624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 w="12700">
            <a:solidFill>
              <a:srgbClr val="E0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874519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06B6B"/>
                </a:solidFill>
                <a:latin typeface="Calibri"/>
              </a:rPr>
              <a:t>VORBEHALT FÜR OUTLOOK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286000"/>
            <a:ext cx="35661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>Lay (2004): eine geneigte/elliptische Exozodi-Scheibe erzeugt echte geradzahlige Rotationsmodulation — reduziert sich nur unter Zentralsymmetrie auf DC.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>LIFE Paper II's Standard (und diese Neuimplementierung) nimmt eine symmetrische, frontale Exozodi-Scheibe an. Ein zukünftiges geneigtes Scheibenmodell bräuchte für diesen Term wieder das volle winkelaufgelöste Integral.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analytische Rauschneuimplementierung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A8E0"/>
                </a:solidFill>
                <a:latin typeface="Calibri"/>
              </a:rPr>
              <a:t>3 · GEOMETRIE-CHECK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Kreisförmiges FoV auf quadratischem Detektor — ein Widerspruch?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FC28A"/>
                </a:solidFill>
                <a:latin typeface="Calibri"/>
              </a:rPr>
              <a:t>Nein — das sind zwei verschiedene Stufen der Signalkette, und waren es schon immer.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A8E0"/>
                </a:solidFill>
                <a:latin typeface="Calibri"/>
              </a:rPr>
              <a:t>SKY-PLANE-KOPPLUNG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49377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>FoV = λ/D im Durchmesser — Licht wird in Singlemode-Fasern eingekoppelt.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>Eine Singlemode-Faser hat einen räumlichen Modus: ihr winkelabhängiges Kopplungseffizienzprofil ist von Natur aus kreissymmetrisch (≈ gaußförmig bei einer Stufenindexfaser — daher kommt fov_taper='gaussian').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>image_size war immer nur ein numerisches Gitter zur Diskretisierung dieses Integrals — nie ein Modell echter Hardware.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4884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9A5B"/>
                </a:solidFill>
                <a:latin typeface="Calibri"/>
              </a:rPr>
              <a:t>ECHTER DETEKTOR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49377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>pixel_size = 23μm, pix_per_wl = 2.2 — nur in pn_thermal.py / en_darkcurrent.py verwendet.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>Das ist der Spektrometer-Detektor, der das dispergierte Spektrum nach dem Faserausgang aufnimmt: eine 1D-Wellenlängenachse, kein 2D-Himmelsbild.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>Vollständig unabhängige Parameterfamilie von image_size. Von dieser Neuimplementierung nicht berührt.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analytische Rauschneuimplementierung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6B6B"/>
                </a:solidFill>
                <a:latin typeface="Calibri"/>
              </a:rPr>
              <a:t>4 · BUG BEI DER VALIDIERUNG GEFUNDEN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Local-Zodi-Rauschen um ~27% unterschätzt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600200"/>
            <a:ext cx="2651760" cy="118872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09928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6B6B"/>
                </a:solidFill>
                <a:latin typeface="Calibri"/>
              </a:rPr>
              <a:t>4/π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6A3"/>
                </a:solidFill>
                <a:latin typeface="Calibri"/>
              </a:rPr>
              <a:t>≈ 1.273× Korrektur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64592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EAEEF2"/>
                </a:solidFill>
                <a:latin typeface="Calibri"/>
              </a:rPr>
              <a:t>Gefunden bei der Validierung der analytischen Neuimplementierung: Sternleckage und Exozodi konvergierten sauber zur geschlossenen Form mit steigender Gitterauflösung. Local-Zodi nicht — Abweichung um einen konstanten Faktor, unabhängig von der Auflösung. Kein Diskretisierungseffekt — ein echter Bug.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0789920" cy="1371600"/>
          </a:xfrm>
          <a:prstGeom prst="roundRect">
            <a:avLst>
              <a:gd name="adj" fmla="val 6000"/>
            </a:avLst>
          </a:prstGeom>
          <a:solidFill>
            <a:srgbClr val="10161D"/>
          </a:solidFill>
          <a:ln w="12700">
            <a:solidFill>
              <a:srgbClr val="2A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008376"/>
            <a:ext cx="1038758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lz_flux = lz_flux_sr * (π * image_angle**2)              # nimmt eine KREISFÖRMIGE Apertur an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lz_leak = (ap * t_map).sum() / ap.sum() * lz_flux * area   # ap.sum() ist eine QUADRATISCHE Pixelzahl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# bei fov_taper='gaussian' (Standard): ap = ones_like(radius_map)  — keine kreisförmige Maske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1078992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ap.sum() = Fläche eines 2·image_angle-Quadrats (4·image_angle²), aber lz_flux nimmt π·image_angle² an (Kreis).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Nettofaktor: (π·image_angle²)/(4·image_angle²) = π/4 ≈ 0,785 — Rauschen um 4/π ≈ 1,273× unterschätzt.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Numerisch bestätigt: gemessenes Verhältnis 1,268 → konvergiert gegen exakten Wert 1,2732 bei Gitterauflösung → ∞.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analytische Rauschneuimplementierung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6B6B"/>
                </a:solidFill>
                <a:latin typeface="Calibri"/>
              </a:rPr>
              <a:t>4 · BELEGLAGE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Warum das ein echter Bug ist, keine Modellentscheidung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 w="12700">
            <a:solidFill>
              <a:srgbClr val="6FC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FC28A"/>
                </a:solidFill>
                <a:latin typeface="Calibri"/>
              </a:rPr>
              <a:t>ABGLEICH MIT 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4937760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>Dannert et al. (2022), Gl. 17 (= Dannert-Thesis Gl. 3.17):</a:t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>S(λ) = ∫Tm(θ,λ)·I(θ,λ)·t·A·η dΩ</a:t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>— FoV = λ/D Durchmesser, begründet durch Singlemode-Faserkopplung. Das Kopplungsprofil eines Fasermodus ist per Konstruktion azimutal symmetrisch. Keine Grundlage für eine quadratische Domäne irgendwo im Paper.</a:t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>Die „2D-künstliches-Bild“-Bemerkung des Papers beschreibt, wie der ALTE CODE das Integral diskretisiert hat — keine Aussage, dass die wahre Apertur quadratisch 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 w="12700">
            <a:solidFill>
              <a:srgbClr val="6FC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FC28A"/>
                </a:solidFill>
                <a:latin typeface="Calibri"/>
              </a:rPr>
              <a:t>SELBSTKONSISTENZ-CHECK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80"/>
            <a:ext cx="4937760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>Der eigene fov_taper='none'-Zweig des alten Codes maskiert ap auf eine kreisförmige Scheibe — passend zum π·image_angle²-Vorfaktor. Selbstkonsistent.</a:t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>Nur fov_taper='gaussian' (LIFEsim-STANDARD) lässt die Maske weg.</a:t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50" b="0">
                <a:solidFill>
                  <a:srgbClr val="EAEEF2"/>
                </a:solidFill>
                <a:latin typeface="Calibri"/>
              </a:rPr>
              <a:t>Wäre eine quadratische Domäne die beabsichtigte Konvention, würde auch der 'none'-Zweig eine verwenden — tut er nicht. Der Code widerspricht sich selbst. Das ist der stärkste Beleg für einen lokal auf den Gaussian-Taper-Pfad begrenzten Implementierungsfehler.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analytische Rauschneuimplementierung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A8E0"/>
                </a:solidFill>
                <a:latin typeface="Calibri"/>
              </a:rPr>
              <a:t>5 · BUG EINGEFÜHRT + BEHOBEN IN DIESER ARBEIT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Exozodi: lineare Quadratur unterabgetastet am Cusp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91640"/>
            <a:ext cx="667512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Kennedy+2015-Profil: temp ~ r⁻⁰˙⁵, σ ~ r⁻⁰˙³⁴, divergiert zum inneren Cutoff r_in.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Erste Implementierung: uniform-in-r-Quadratur — tastet den steilen Bereich nahe r_in stark unter, wenn r_in klein ist relativ zum FoV (häufig bei leuchtschwachen Sternen).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Gefunden über eine 25-Sterne-Konvergenzstudie, nicht beim ersten Einzelstern-Check — Fehler bis zu 35% bei manchen Sternen.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Fix: log-verteilte Radialstichproben, r = r_in·(R/r_in)ᵘ, u gleichverteilt auf [0,1].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Nach dem Fix: größte Abweichung 35% → ~1-3%, konsistent mit der bekannten Aliasing-Eigenschaft des ALTEN Gitters (nicht ein Fehler des neuen Codes).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691640"/>
            <a:ext cx="4206240" cy="420624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874519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A8E0"/>
                </a:solidFill>
                <a:latin typeface="Calibri"/>
              </a:rPr>
              <a:t>SELBSTKONVERGENZ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286000"/>
            <a:ext cx="3749039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>n_r = 200 (aktuell) reproduziert eine 500.000-Punkte-Referenz auf 5 signifikante Stellen im schlechtesten gefundenen Fall.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EEF2"/>
                </a:solidFill>
                <a:latin typeface="Calibri"/>
              </a:rPr>
              <a:t>Dieser Bug wurde innerhalb dieser Arbeit gefunden und behoben — kein vorbestehendes, literaturrelevantes Problem wie Local-Zodi. Hier der Vollständigkeit halber aufgeführt.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analytische Rauschneuimplementierung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A8E0"/>
                </a:solidFill>
                <a:latin typeface="Calibri"/>
              </a:rPr>
              <a:t>9 · ERNEUT AUFGEGRIFFEN, SOBALD BILLIG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Wellenlängen-Bin-Integration: der Chirp-Fix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459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6A3"/>
                </a:solidFill>
                <a:latin typeface="Calibri"/>
              </a:rPr>
              <a:t>Der Einwand aus Abschnitt 1 („zusätzliche λ-Knoten sind zu teuer“) gilt nicht mehr — nach der räumlichen Neuimplementierung sind die Transmissionsterme O(1) oder eine billige 200-Punkte-Quadratur, zusätzliche λ-Knoten also fast kostenlos.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10789920" cy="1234440"/>
          </a:xfrm>
          <a:prstGeom prst="roundRect">
            <a:avLst>
              <a:gd name="adj" fmla="val 6000"/>
            </a:avLst>
          </a:prstGeom>
          <a:solidFill>
            <a:srgbClr val="10161D"/>
          </a:solidFill>
          <a:ln w="12700">
            <a:solidFill>
              <a:srgbClr val="2A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551176"/>
            <a:ext cx="1038758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k·r = 2π·bl·r/λ   mit r fest (skaliert NICHT mit λ)  → Chirp in λ, Momentanfrequenz ~ bl·r/λ²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Fix: Gauss-Legendre-Quadratur in u = 1/λ (statt λ) — k·r = 2π·bl·r·u ist konstantfrequent in 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676656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Betrifft: Sternscheibenradius (Sternleckage), Exozodi-Innencutoff r_in — beides feste physikalische Größen.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Betrifft NICHT Local-Zodi: R = image_angle(λ) skaliert per Konstruktion linear mit λ → k·R ist λ-unabhängig, kein Chirp.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n=8 Knoten trifft n=64-Referenz auf ~1e-13 (Maschinenpräzision).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840480"/>
            <a:ext cx="3657600" cy="105156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3950208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5BA8E0"/>
                </a:solidFill>
                <a:latin typeface="Calibri"/>
              </a:rPr>
              <a:t>≤ 0,3%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50799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6A3"/>
                </a:solidFill>
                <a:latin typeface="Calibri"/>
              </a:rPr>
              <a:t>alter Mittelpunktfehler, Sternleckage @ spec_res=20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5029200"/>
            <a:ext cx="3657600" cy="105156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5138928"/>
            <a:ext cx="3291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5BA8E0"/>
                </a:solidFill>
                <a:latin typeface="Calibri"/>
              </a:rPr>
              <a:t>≤ 0,03%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569671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6A3"/>
                </a:solidFill>
                <a:latin typeface="Calibri"/>
              </a:rPr>
              <a:t>alter Mittelpunktfehler, Exozodi @ spec_res=20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analytische Rauschneuimplementierung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A8E0"/>
                </a:solidFill>
                <a:latin typeface="Calibri"/>
              </a:rPr>
              <a:t>12 · VERALLGEMEINERUNG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Beliebige gerade Nulling-Ordnung (nötig für Order-4-Thesisläufe)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459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96A3"/>
                </a:solidFill>
                <a:latin typeface="Calibri"/>
              </a:rPr>
              <a:t>Die geschlossene Form aus Abschnitt 2 war nur für nulling_order=2 (Double Bracewell) hergeleitet. Thesis braucht Ordnung 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10789920" cy="1463040"/>
          </a:xfrm>
          <a:prstGeom prst="roundRect">
            <a:avLst>
              <a:gd name="adj" fmla="val 6000"/>
            </a:avLst>
          </a:prstGeom>
          <a:solidFill>
            <a:srgbClr val="10161D"/>
          </a:solidFill>
          <a:ln w="12700">
            <a:solidFill>
              <a:srgbClr val="2A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322576"/>
            <a:ext cx="10387584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tm3 = sin(x·cosθ)ⁿ · cos(ratio·x·sinθ − π/4)²      x = π·bl·r/λ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Ungerades n: sin(x·cosθ)ⁿ ist ungerade unter θ→θ+π → Rotationsmittel ≡ 0 identisch (nicht nur unsupported)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C9E3F7"/>
                </a:solidFill>
                <a:latin typeface="Consolas"/>
              </a:rPr>
              <a:t>→ entspricht der physikalischen Randbedingung, dass die Nulling-Ordnung immer gerade 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6A3"/>
                </a:solidFill>
                <a:latin typeface="Calibri"/>
              </a:rPr>
              <a:t>Allgemeine geschlossene Form, nulling_order = 2p: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6052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10161D"/>
          </a:solidFill>
          <a:ln w="12700">
            <a:solidFill>
              <a:srgbClr val="2A3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88536"/>
            <a:ext cx="1038758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>
                <a:solidFill>
                  <a:srgbClr val="C9E3F7"/>
                </a:solidFill>
                <a:latin typeface="Consolas"/>
              </a:rPr>
              <a:t>⟨tm⟩ = ½·C(2p,p)/4ᵖ + Σⱼ₌₁ᵖ (−1)ʲ·C(2p,p−j)/4ᵖ · J₀(j·k·r)      k = 2π·bl/λ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20640"/>
            <a:ext cx="1078992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EAEEF2"/>
                </a:solidFill>
                <a:latin typeface="Calibri"/>
              </a:rPr>
              <a:t>▸  p=1 reproduziert das ursprüngliche ¼(1−J₀(kr)). Scheibenmittel verallgemeinert sich gleich (jedes J₀ → 2J₁/x-Term).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EAEEF2"/>
                </a:solidFill>
                <a:latin typeface="Calibri"/>
              </a:rPr>
              <a:t>▸  Validiert: geschlossene Form vs. 2.000.000-Punkte-Brute-Force-θ-Mittel bei Ordnung 2/4/6 — Maschinenpräzision (~1e-16).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analytische Rauschneuimplementierung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A8E0"/>
                </a:solidFill>
                <a:latin typeface="Calibri"/>
              </a:rPr>
              <a:t>6 · VALIDIERUNG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Wie das geprüft wurde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691640"/>
            <a:ext cx="10789920" cy="841248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01368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BA8E0"/>
                </a:solidFill>
                <a:latin typeface="Calibri"/>
              </a:rPr>
              <a:t>Einzelstern, Multi-Auflösung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783080"/>
            <a:ext cx="7178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IS=100..1600 vs. analytisch — Fehler sinkt monoton auf ~0,9% (vor Local-Zodi-Fix); erstes Signal, dass etwas nicht stimmt.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24328"/>
            <a:ext cx="10789920" cy="841248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34056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BA8E0"/>
                </a:solidFill>
                <a:latin typeface="Calibri"/>
              </a:rPr>
              <a:t>Multi-Stern (25 zufällig)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715768"/>
            <a:ext cx="7178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größte Abweichung Sternleckage 0,5%, Exozodi ~1-3%, beide Taper-Modelle, keine NaN/negativen Werte.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57016"/>
            <a:ext cx="10789920" cy="841248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66744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BA8E0"/>
                </a:solidFill>
                <a:latin typeface="Calibri"/>
              </a:rPr>
              <a:t>Quadratur-Selbstkonvergenz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648456"/>
            <a:ext cx="7178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radial_average_tm n_r=200 vs. 20000 im schlechtesten Fall kR~215: &lt;0,01%. Exozodi n_r=200 vs. 2000: 0,001%.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9704"/>
            <a:ext cx="10789920" cy="841248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99432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BA8E0"/>
                </a:solidFill>
                <a:latin typeface="Calibri"/>
              </a:rPr>
              <a:t>Vollkatalog (729.925 Planeten)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4581144"/>
            <a:ext cx="7178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Instrument vs. AMS get_snr stimmen exakt überein, 0,000 max./median. relative Abweichung, nach Portierung der Fixes.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22392"/>
            <a:ext cx="10789920" cy="841248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3017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BA8E0"/>
                </a:solidFill>
                <a:latin typeface="Calibri"/>
              </a:rPr>
              <a:t>Baseline vor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5513831"/>
            <a:ext cx="7178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Instrument (fixiert) vs. AMS (alt) zeigte die erwartete ~10,9% Medianabweichung — vollständig der Local-Zodi-Bug.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analytische Rauschneuimplementierung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09A5B"/>
                </a:solidFill>
                <a:latin typeface="Calibri"/>
              </a:rPr>
              <a:t>13 · ENTSCHEIDUNGEN NÖTIG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Offene Punkte — Freigabe erforderlich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645920"/>
            <a:ext cx="10789920" cy="105156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 w="12700">
            <a:solidFill>
              <a:srgbClr val="E0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06B6B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19072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EEF2"/>
                </a:solidFill>
                <a:latin typeface="Calibri"/>
              </a:rPr>
              <a:t>Local-Zodi-Korrektur (~27%) übernehmen?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48256"/>
            <a:ext cx="996696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6A3"/>
                </a:solidFill>
                <a:latin typeface="Calibri"/>
              </a:rPr>
              <a:t>Hohe Konfidenz für einen echten Bug (Paper- und Selbstkonsistenz-Checks stimmen überein). Ändert bestehende SNR-Zahlen nicht-trivial — sollte eine bewusste, dokumentierte Entscheidung sein.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07208"/>
            <a:ext cx="10789920" cy="896112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9864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5BA8E0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88036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EEF2"/>
                </a:solidFill>
                <a:latin typeface="Calibri"/>
              </a:rPr>
              <a:t>image_size aus options.py/settings.yaml entfernen, oder für Visualisierung behalten?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209544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6A3"/>
                </a:solidFill>
                <a:latin typeface="Calibri"/>
              </a:rPr>
              <a:t>Aktueller Stand: behalten, beschränkt auf den Plot-/GUI-Pfad (bereits besprochen).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13048"/>
            <a:ext cx="10789920" cy="896112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04487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5BA8E0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88620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EEF2"/>
                </a:solidFill>
                <a:latin typeface="Calibri"/>
              </a:rPr>
              <a:t>Wann .bak/.new-Dateien und Debug-Skripte löschen?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215384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6A3"/>
                </a:solidFill>
                <a:latin typeface="Calibri"/>
              </a:rPr>
              <a:t>Sobald das Obige bestätigt ist.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18888"/>
            <a:ext cx="10789920" cy="105156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10327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5BA8E0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892040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EEF2"/>
                </a:solidFill>
                <a:latin typeface="Calibri"/>
              </a:rPr>
              <a:t>Thesis-Textabdeckung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221224"/>
            <a:ext cx="996696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6A3"/>
                </a:solidFill>
                <a:latin typeface="Calibri"/>
              </a:rPr>
              <a:t>(a) λ-Punktstichprobe untersucht &amp; als unhandhabbar befunden, (b) Gitter→analytisch-Neuimplementierung + Speedup, (c) Local-Zodi-Korrektur als zitierbarer Befund, (d) Wellenzahl-Quadratur-Fix, (e) allgemeine geschlossene Form für gerade Ordnung.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980175"/>
            <a:ext cx="10789920" cy="105156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071615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96A3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6053327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EEF2"/>
                </a:solidFill>
                <a:latin typeface="Calibri"/>
              </a:rPr>
              <a:t>Outlook: geneigtes/elliptisches Exozodi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6382512"/>
            <a:ext cx="996696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6A3"/>
                </a:solidFill>
                <a:latin typeface="Calibri"/>
              </a:rPr>
              <a:t>Aktueller Formalismus setzt Kreissymmetrie voraus (LIFE-Paper-II-Standard). Lay (2004): geneigte Scheiben erzeugen echte Rotationswinkel-Modulation — als natürliche Erweiterung/Limitation im Outlook flaggen.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analytische Rauschneuimplementierung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A8E0"/>
                </a:solidFill>
                <a:latin typeface="Calibri"/>
              </a:rPr>
              <a:t>7-8 · IMPLEMENTIERUNG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Geänderte Dateien — vollständig rückgängig machbar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91640"/>
            <a:ext cx="676656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transmission_analytic.py (neu) — azimuthal_average_tm, disk_average_tm, radial_average_tm, gauss_legendre_wavenumber.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pn_star.py, pn_localzodi.py, pn_exozodi.py — Gitter + Socket-Aufrufe entfernt, ersetzt durch analytische/Quadratur-Aufrufe.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instrument.py — nun unnötige transmission_map()-Aufrufe entfernt, die die alten Rauschgitter gefüttert haben.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ams.py — gleiche Neuimplementierung portiert; delegiert jetzt an die eigenen Rauschmodule des Instruments statt eine duplizierte Physik-Kopie zu pflegen (~150 Zeilen entfernt).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AEEF2"/>
                </a:solidFill>
                <a:latin typeface="Calibri"/>
              </a:rPr>
              <a:t>▸  Explizit NICHT geändert: thermisches Rauschen/Dunkelstrom, Planetensignal-Transmissionseffizienz (bereits gitterfrei), transmission_map() selbst (weiter für GUI/Plots verwendet).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4023360" cy="429768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 w="12700">
            <a:solidFill>
              <a:srgbClr val="6FC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874519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FC28A"/>
                </a:solidFill>
                <a:latin typeface="Calibri"/>
              </a:rPr>
              <a:t>SICHER RÜCKGÄNGIG ZU MACHEN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286000"/>
            <a:ext cx="35661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*.bak = unberührte Originale vor der Neuimplementierung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*.new = Zwischenstände der neu geschriebenen Version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Aufbewahrt bis zur Freigabe durch den Betreuer — dateiweise rückgängig machbar.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Debug-/Validierungsskripte (nicht versioniert, unabhängig von der .bak-Frage):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– debug_analytic_noise.py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– debug_multi_star_convergence.py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– validate_wl_quadrature.py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EAEEF2"/>
                </a:solidFill>
                <a:latin typeface="Calibri"/>
              </a:rPr>
              <a:t>– validate_ams_snr.py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analytische Rauschneuimplementierung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A8E0"/>
                </a:solidFill>
                <a:latin typeface="Calibri"/>
              </a:rPr>
              <a:t>ZUSAMMENFASSUNG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AEEF2"/>
                </a:solidFill>
                <a:latin typeface="Calibri"/>
              </a:rPr>
              <a:t>Aktueller Stand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1672" cy="0"/>
          </a:xfrm>
          <a:prstGeom prst="line">
            <a:avLst/>
          </a:prstGeom>
          <a:ln w="12700">
            <a:solidFill>
              <a:srgbClr val="2A35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7373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6FC28A"/>
                </a:solidFill>
                <a:latin typeface="Calibri"/>
              </a:rPr>
              <a:t>~5x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2491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6A3"/>
                </a:solidFill>
                <a:latin typeface="Calibri"/>
              </a:rPr>
              <a:t>schnelleres get_snr, bitidentische Physik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847088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6FC28A"/>
                </a:solidFill>
                <a:latin typeface="Calibri"/>
              </a:rPr>
              <a:t>4,2e-16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72491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6A3"/>
                </a:solidFill>
                <a:latin typeface="Calibri"/>
              </a:rPr>
              <a:t>AMS vs. Instrument max. rel. SNR-Abweichung (Maschinenpräzision)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47088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06B6B"/>
                </a:solidFill>
                <a:latin typeface="Calibri"/>
              </a:rPr>
              <a:t>1 Bug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2491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6A3"/>
                </a:solidFill>
                <a:latin typeface="Calibri"/>
              </a:rPr>
              <a:t>Local-Zodi ~27%, Freigabe ausstehend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29000"/>
            <a:ext cx="1078992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EAEEF2"/>
                </a:solidFill>
                <a:latin typeface="Calibri"/>
              </a:rPr>
              <a:t>▸  Mathematik ist solide: geschlossenes Rotationsmittel gegen Brute-Force-Gitter auf Maschinenpräzision verifiziert, für beliebige gerade Nulling-Ordnung.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AEEF2"/>
                </a:solidFill>
                <a:latin typeface="Calibri"/>
              </a:rPr>
              <a:t>▸  Ein vorbestehender Bug aufgedeckt (Local-Zodi), ein Bug innerhalb dieser Arbeit eingeführt und behoben (Exozodi-Log-Spacing) — beide dokumentiert.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AEEF2"/>
                </a:solidFill>
                <a:latin typeface="Calibri"/>
              </a:rPr>
              <a:t>▸  Alles rückgängig machbar: .bak-Originale aufbewahrt, nichts gelöscht bis zur Durchsicht.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EAEEF2"/>
                </a:solidFill>
                <a:latin typeface="Calibri"/>
              </a:rPr>
              <a:t>▸  Bitte: Freigabe der Local-Zodi-Korrektur, und Steuerung der 4 verbleibenden offenen Punkte (vorherige Folie).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LIFEsim / AMS — analytische Rauschneuimplementierung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6A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